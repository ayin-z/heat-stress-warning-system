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8" r:id="rId3"/>
    <p:sldId id="257" r:id="rId4"/>
    <p:sldId id="259"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AEC783A6-07BD-494F-8444-7EF212E8C8B7}">
          <p14:sldIdLst>
            <p14:sldId id="256"/>
            <p14:sldId id="258"/>
          </p14:sldIdLst>
        </p14:section>
        <p14:section name="管理员" id="{618A533A-C1C0-4116-8E5B-87CC2E729979}">
          <p14:sldIdLst>
            <p14:sldId id="257"/>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2DABC4-007A-45CD-B021-A18D92D97E49}" v="940" dt="2026-06-17T08:15:39.3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5898" autoAdjust="0"/>
  </p:normalViewPr>
  <p:slideViewPr>
    <p:cSldViewPr snapToGrid="0">
      <p:cViewPr varScale="1">
        <p:scale>
          <a:sx n="72" d="100"/>
          <a:sy n="72" d="100"/>
        </p:scale>
        <p:origin x="203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s gu" userId="873a62db7f00db1c" providerId="LiveId" clId="{1AB0B759-DF03-411F-B3E9-2D0B97357826}"/>
    <pc:docChg chg="undo custSel addSld modSld addSection modSection">
      <pc:chgData name="hs gu" userId="873a62db7f00db1c" providerId="LiveId" clId="{1AB0B759-DF03-411F-B3E9-2D0B97357826}" dt="2026-06-17T08:15:39.371" v="3475" actId="20577"/>
      <pc:docMkLst>
        <pc:docMk/>
      </pc:docMkLst>
      <pc:sldChg chg="modSp new mod">
        <pc:chgData name="hs gu" userId="873a62db7f00db1c" providerId="LiveId" clId="{1AB0B759-DF03-411F-B3E9-2D0B97357826}" dt="2026-06-17T02:20:37.983" v="27" actId="20577"/>
        <pc:sldMkLst>
          <pc:docMk/>
          <pc:sldMk cId="3382445927" sldId="256"/>
        </pc:sldMkLst>
        <pc:spChg chg="mod">
          <ac:chgData name="hs gu" userId="873a62db7f00db1c" providerId="LiveId" clId="{1AB0B759-DF03-411F-B3E9-2D0B97357826}" dt="2026-06-17T02:20:37.983" v="27" actId="20577"/>
          <ac:spMkLst>
            <pc:docMk/>
            <pc:sldMk cId="3382445927" sldId="256"/>
            <ac:spMk id="2" creationId="{210E9419-69B5-1E33-ECC9-D083F1D2AA8B}"/>
          </ac:spMkLst>
        </pc:spChg>
      </pc:sldChg>
      <pc:sldChg chg="addSp delSp modSp new mod modNotesTx">
        <pc:chgData name="hs gu" userId="873a62db7f00db1c" providerId="LiveId" clId="{1AB0B759-DF03-411F-B3E9-2D0B97357826}" dt="2026-06-17T02:46:29.389" v="2489" actId="20577"/>
        <pc:sldMkLst>
          <pc:docMk/>
          <pc:sldMk cId="900536731" sldId="257"/>
        </pc:sldMkLst>
        <pc:spChg chg="mod">
          <ac:chgData name="hs gu" userId="873a62db7f00db1c" providerId="LiveId" clId="{1AB0B759-DF03-411F-B3E9-2D0B97357826}" dt="2026-06-17T02:24:18.147" v="131"/>
          <ac:spMkLst>
            <pc:docMk/>
            <pc:sldMk cId="900536731" sldId="257"/>
            <ac:spMk id="2" creationId="{85134C99-3AF1-9117-21DE-BBBB30A44187}"/>
          </ac:spMkLst>
        </pc:spChg>
        <pc:spChg chg="add del">
          <ac:chgData name="hs gu" userId="873a62db7f00db1c" providerId="LiveId" clId="{1AB0B759-DF03-411F-B3E9-2D0B97357826}" dt="2026-06-17T02:24:01.890" v="106" actId="11529"/>
          <ac:spMkLst>
            <pc:docMk/>
            <pc:sldMk cId="900536731" sldId="257"/>
            <ac:spMk id="4" creationId="{1B2B1A71-E79C-32C0-3B7F-3891B1A686E0}"/>
          </ac:spMkLst>
        </pc:spChg>
        <pc:spChg chg="add mod">
          <ac:chgData name="hs gu" userId="873a62db7f00db1c" providerId="LiveId" clId="{1AB0B759-DF03-411F-B3E9-2D0B97357826}" dt="2026-06-17T02:24:06.393" v="107"/>
          <ac:spMkLst>
            <pc:docMk/>
            <pc:sldMk cId="900536731" sldId="257"/>
            <ac:spMk id="5" creationId="{2E2D7CD8-FFAE-A187-8857-A53777894834}"/>
          </ac:spMkLst>
        </pc:spChg>
        <pc:spChg chg="add mod">
          <ac:chgData name="hs gu" userId="873a62db7f00db1c" providerId="LiveId" clId="{1AB0B759-DF03-411F-B3E9-2D0B97357826}" dt="2026-06-17T02:26:27.566" v="255"/>
          <ac:spMkLst>
            <pc:docMk/>
            <pc:sldMk cId="900536731" sldId="257"/>
            <ac:spMk id="6" creationId="{0D11A59C-1CDF-AAFA-37C2-5B2431F3575D}"/>
          </ac:spMkLst>
        </pc:spChg>
        <pc:spChg chg="add mod">
          <ac:chgData name="hs gu" userId="873a62db7f00db1c" providerId="LiveId" clId="{1AB0B759-DF03-411F-B3E9-2D0B97357826}" dt="2026-06-17T02:28:59.189" v="435" actId="20577"/>
          <ac:spMkLst>
            <pc:docMk/>
            <pc:sldMk cId="900536731" sldId="257"/>
            <ac:spMk id="7" creationId="{7EC7814A-0550-CC48-F8B5-D79F09A03CF3}"/>
          </ac:spMkLst>
        </pc:spChg>
        <pc:spChg chg="add mod">
          <ac:chgData name="hs gu" userId="873a62db7f00db1c" providerId="LiveId" clId="{1AB0B759-DF03-411F-B3E9-2D0B97357826}" dt="2026-06-17T02:27:57.507" v="396"/>
          <ac:spMkLst>
            <pc:docMk/>
            <pc:sldMk cId="900536731" sldId="257"/>
            <ac:spMk id="8" creationId="{145D6234-7D58-ED6B-7706-BA0AB3E89228}"/>
          </ac:spMkLst>
        </pc:spChg>
        <pc:spChg chg="add mod">
          <ac:chgData name="hs gu" userId="873a62db7f00db1c" providerId="LiveId" clId="{1AB0B759-DF03-411F-B3E9-2D0B97357826}" dt="2026-06-17T02:28:13.820" v="400" actId="20577"/>
          <ac:spMkLst>
            <pc:docMk/>
            <pc:sldMk cId="900536731" sldId="257"/>
            <ac:spMk id="9" creationId="{EE564FC8-6DC5-7CDB-5D62-5CFD66090382}"/>
          </ac:spMkLst>
        </pc:spChg>
        <pc:spChg chg="add mod">
          <ac:chgData name="hs gu" userId="873a62db7f00db1c" providerId="LiveId" clId="{1AB0B759-DF03-411F-B3E9-2D0B97357826}" dt="2026-06-17T02:28:21.686" v="404" actId="20577"/>
          <ac:spMkLst>
            <pc:docMk/>
            <pc:sldMk cId="900536731" sldId="257"/>
            <ac:spMk id="10" creationId="{FBE64D54-3572-264A-1CE2-E6A938833471}"/>
          </ac:spMkLst>
        </pc:spChg>
        <pc:spChg chg="add mod">
          <ac:chgData name="hs gu" userId="873a62db7f00db1c" providerId="LiveId" clId="{1AB0B759-DF03-411F-B3E9-2D0B97357826}" dt="2026-06-17T02:27:00.940" v="266" actId="1076"/>
          <ac:spMkLst>
            <pc:docMk/>
            <pc:sldMk cId="900536731" sldId="257"/>
            <ac:spMk id="11" creationId="{913FCD53-0A38-E729-12EE-CDC99CDB2248}"/>
          </ac:spMkLst>
        </pc:spChg>
      </pc:sldChg>
      <pc:sldChg chg="addSp modSp new mod">
        <pc:chgData name="hs gu" userId="873a62db7f00db1c" providerId="LiveId" clId="{1AB0B759-DF03-411F-B3E9-2D0B97357826}" dt="2026-06-17T02:23:43.018" v="104" actId="20577"/>
        <pc:sldMkLst>
          <pc:docMk/>
          <pc:sldMk cId="544098802" sldId="258"/>
        </pc:sldMkLst>
        <pc:spChg chg="mod">
          <ac:chgData name="hs gu" userId="873a62db7f00db1c" providerId="LiveId" clId="{1AB0B759-DF03-411F-B3E9-2D0B97357826}" dt="2026-06-17T02:21:43.864" v="55"/>
          <ac:spMkLst>
            <pc:docMk/>
            <pc:sldMk cId="544098802" sldId="258"/>
            <ac:spMk id="2" creationId="{92F4420F-2620-31D3-E179-8CA0D6620FFB}"/>
          </ac:spMkLst>
        </pc:spChg>
        <pc:spChg chg="add mod">
          <ac:chgData name="hs gu" userId="873a62db7f00db1c" providerId="LiveId" clId="{1AB0B759-DF03-411F-B3E9-2D0B97357826}" dt="2026-06-17T02:23:19.034" v="85" actId="14100"/>
          <ac:spMkLst>
            <pc:docMk/>
            <pc:sldMk cId="544098802" sldId="258"/>
            <ac:spMk id="4" creationId="{F25AE226-EA78-CE2E-883F-4A58C0873535}"/>
          </ac:spMkLst>
        </pc:spChg>
        <pc:spChg chg="add mod">
          <ac:chgData name="hs gu" userId="873a62db7f00db1c" providerId="LiveId" clId="{1AB0B759-DF03-411F-B3E9-2D0B97357826}" dt="2026-06-17T02:22:24.657" v="73"/>
          <ac:spMkLst>
            <pc:docMk/>
            <pc:sldMk cId="544098802" sldId="258"/>
            <ac:spMk id="5" creationId="{01A7E1D5-6E84-D0BB-6A15-62567513495F}"/>
          </ac:spMkLst>
        </pc:spChg>
        <pc:spChg chg="add mod">
          <ac:chgData name="hs gu" userId="873a62db7f00db1c" providerId="LiveId" clId="{1AB0B759-DF03-411F-B3E9-2D0B97357826}" dt="2026-06-17T02:22:27.694" v="80"/>
          <ac:spMkLst>
            <pc:docMk/>
            <pc:sldMk cId="544098802" sldId="258"/>
            <ac:spMk id="6" creationId="{671FE595-505A-5BAA-6A3B-B7F25AF5DD8E}"/>
          </ac:spMkLst>
        </pc:spChg>
        <pc:spChg chg="add mod">
          <ac:chgData name="hs gu" userId="873a62db7f00db1c" providerId="LiveId" clId="{1AB0B759-DF03-411F-B3E9-2D0B97357826}" dt="2026-06-17T02:23:26.133" v="97"/>
          <ac:spMkLst>
            <pc:docMk/>
            <pc:sldMk cId="544098802" sldId="258"/>
            <ac:spMk id="7" creationId="{7F0682F9-9B4C-9F47-F624-11FC97CEA9F7}"/>
          </ac:spMkLst>
        </pc:spChg>
        <pc:spChg chg="add mod">
          <ac:chgData name="hs gu" userId="873a62db7f00db1c" providerId="LiveId" clId="{1AB0B759-DF03-411F-B3E9-2D0B97357826}" dt="2026-06-17T02:23:43.018" v="104" actId="20577"/>
          <ac:spMkLst>
            <pc:docMk/>
            <pc:sldMk cId="544098802" sldId="258"/>
            <ac:spMk id="8" creationId="{D8F77C63-E331-045E-F3B1-9252FF620EC6}"/>
          </ac:spMkLst>
        </pc:spChg>
      </pc:sldChg>
      <pc:sldChg chg="addSp delSp modSp add mod modNotesTx">
        <pc:chgData name="hs gu" userId="873a62db7f00db1c" providerId="LiveId" clId="{1AB0B759-DF03-411F-B3E9-2D0B97357826}" dt="2026-06-17T08:15:39.371" v="3475" actId="20577"/>
        <pc:sldMkLst>
          <pc:docMk/>
          <pc:sldMk cId="1272163350" sldId="259"/>
        </pc:sldMkLst>
        <pc:spChg chg="mod">
          <ac:chgData name="hs gu" userId="873a62db7f00db1c" providerId="LiveId" clId="{1AB0B759-DF03-411F-B3E9-2D0B97357826}" dt="2026-06-17T02:49:16.830" v="2510"/>
          <ac:spMkLst>
            <pc:docMk/>
            <pc:sldMk cId="1272163350" sldId="259"/>
            <ac:spMk id="2" creationId="{D3CA6CC7-8D8E-D482-9733-39DAFC10FB56}"/>
          </ac:spMkLst>
        </pc:spChg>
        <pc:spChg chg="add mod">
          <ac:chgData name="hs gu" userId="873a62db7f00db1c" providerId="LiveId" clId="{1AB0B759-DF03-411F-B3E9-2D0B97357826}" dt="2026-06-17T02:53:20.613" v="2693"/>
          <ac:spMkLst>
            <pc:docMk/>
            <pc:sldMk cId="1272163350" sldId="259"/>
            <ac:spMk id="4" creationId="{ACEC5DAC-9A9C-3DE2-0615-408FA6ECA2FE}"/>
          </ac:spMkLst>
        </pc:spChg>
        <pc:spChg chg="mod">
          <ac:chgData name="hs gu" userId="873a62db7f00db1c" providerId="LiveId" clId="{1AB0B759-DF03-411F-B3E9-2D0B97357826}" dt="2026-06-17T02:53:09.081" v="2654"/>
          <ac:spMkLst>
            <pc:docMk/>
            <pc:sldMk cId="1272163350" sldId="259"/>
            <ac:spMk id="5" creationId="{949123C1-3229-F6D9-57FC-BAEDC2F91526}"/>
          </ac:spMkLst>
        </pc:spChg>
        <pc:spChg chg="del">
          <ac:chgData name="hs gu" userId="873a62db7f00db1c" providerId="LiveId" clId="{1AB0B759-DF03-411F-B3E9-2D0B97357826}" dt="2026-06-17T02:48:57.128" v="2492" actId="478"/>
          <ac:spMkLst>
            <pc:docMk/>
            <pc:sldMk cId="1272163350" sldId="259"/>
            <ac:spMk id="6" creationId="{B90ADF95-2EFD-2417-240C-054EDF3C5DC9}"/>
          </ac:spMkLst>
        </pc:spChg>
        <pc:spChg chg="del">
          <ac:chgData name="hs gu" userId="873a62db7f00db1c" providerId="LiveId" clId="{1AB0B759-DF03-411F-B3E9-2D0B97357826}" dt="2026-06-17T02:48:55.553" v="2491" actId="478"/>
          <ac:spMkLst>
            <pc:docMk/>
            <pc:sldMk cId="1272163350" sldId="259"/>
            <ac:spMk id="7" creationId="{35132113-8ACC-FF51-48C9-B21F36E9C9A2}"/>
          </ac:spMkLst>
        </pc:spChg>
        <pc:spChg chg="del">
          <ac:chgData name="hs gu" userId="873a62db7f00db1c" providerId="LiveId" clId="{1AB0B759-DF03-411F-B3E9-2D0B97357826}" dt="2026-06-17T02:48:58.901" v="2493" actId="478"/>
          <ac:spMkLst>
            <pc:docMk/>
            <pc:sldMk cId="1272163350" sldId="259"/>
            <ac:spMk id="8" creationId="{A5566B84-C1F9-35E9-0879-28F32629394A}"/>
          </ac:spMkLst>
        </pc:spChg>
        <pc:spChg chg="del">
          <ac:chgData name="hs gu" userId="873a62db7f00db1c" providerId="LiveId" clId="{1AB0B759-DF03-411F-B3E9-2D0B97357826}" dt="2026-06-17T02:48:59.939" v="2494" actId="478"/>
          <ac:spMkLst>
            <pc:docMk/>
            <pc:sldMk cId="1272163350" sldId="259"/>
            <ac:spMk id="9" creationId="{AA855C32-041D-3DF6-162E-101917F224A1}"/>
          </ac:spMkLst>
        </pc:spChg>
        <pc:spChg chg="del mod">
          <ac:chgData name="hs gu" userId="873a62db7f00db1c" providerId="LiveId" clId="{1AB0B759-DF03-411F-B3E9-2D0B97357826}" dt="2026-06-17T02:49:03.248" v="2496" actId="478"/>
          <ac:spMkLst>
            <pc:docMk/>
            <pc:sldMk cId="1272163350" sldId="259"/>
            <ac:spMk id="10" creationId="{6048429E-3A39-991D-2532-FF44D6CBEDA3}"/>
          </ac:spMkLst>
        </pc:spChg>
        <pc:spChg chg="del">
          <ac:chgData name="hs gu" userId="873a62db7f00db1c" providerId="LiveId" clId="{1AB0B759-DF03-411F-B3E9-2D0B97357826}" dt="2026-06-17T02:49:05.628" v="2497" actId="478"/>
          <ac:spMkLst>
            <pc:docMk/>
            <pc:sldMk cId="1272163350" sldId="259"/>
            <ac:spMk id="11" creationId="{8FB49E12-61F4-845A-301E-656A770ED5F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3D4E32-8F66-40B5-B6DF-F1D163D1FBAC}" type="datetimeFigureOut">
              <a:rPr lang="zh-CN" altLang="en-US" smtClean="0"/>
              <a:t>2026/6/17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878EED-09EC-4F23-B727-0A0D6384AA42}" type="slidenum">
              <a:rPr lang="zh-CN" altLang="en-US" smtClean="0"/>
              <a:t>‹#›</a:t>
            </a:fld>
            <a:endParaRPr lang="zh-CN" altLang="en-US"/>
          </a:p>
        </p:txBody>
      </p:sp>
    </p:spTree>
    <p:extLst>
      <p:ext uri="{BB962C8B-B14F-4D97-AF65-F5344CB8AC3E}">
        <p14:creationId xmlns:p14="http://schemas.microsoft.com/office/powerpoint/2010/main" val="4209845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项目创建时需要录入项目名称、所在地市以及项目简介；</a:t>
            </a:r>
            <a:endParaRPr lang="en-US" altLang="zh-CN" dirty="0"/>
          </a:p>
          <a:p>
            <a:pPr marL="228600" indent="-228600">
              <a:buAutoNum type="arabicPeriod"/>
            </a:pPr>
            <a:r>
              <a:rPr lang="zh-CN" altLang="en-US" dirty="0"/>
              <a:t>工具条可以根据关键词对项目名称、所在地市和项目简介进行筛选；</a:t>
            </a:r>
            <a:endParaRPr lang="en-US" altLang="zh-CN" dirty="0"/>
          </a:p>
          <a:p>
            <a:pPr marL="228600" indent="-228600">
              <a:buAutoNum type="arabicPeriod"/>
            </a:pPr>
            <a:r>
              <a:rPr lang="zh-CN" altLang="en-US" dirty="0"/>
              <a:t>所有项目最多只有一个在进行数据录入（当前为演示示范为主，后续可以进一步规划多项目录入场景）；</a:t>
            </a:r>
            <a:endParaRPr lang="en-US" altLang="zh-CN" dirty="0"/>
          </a:p>
          <a:p>
            <a:pPr marL="228600" indent="-228600">
              <a:buAutoNum type="arabicPeriod"/>
            </a:pPr>
            <a:r>
              <a:rPr lang="zh-CN" altLang="en-US" dirty="0"/>
              <a:t>管理员停止项目数据录入后，平台接收移动端数据的服务不停，但不再落盘数据，接收的数据在系统上进行缓存（缓存最近</a:t>
            </a:r>
            <a:r>
              <a:rPr lang="en-US" altLang="zh-CN" dirty="0"/>
              <a:t>1</a:t>
            </a:r>
            <a:r>
              <a:rPr lang="zh-CN" altLang="en-US" dirty="0"/>
              <a:t>小时）；</a:t>
            </a:r>
            <a:endParaRPr lang="en-US" altLang="zh-CN" dirty="0"/>
          </a:p>
          <a:p>
            <a:pPr marL="228600" indent="-228600">
              <a:buAutoNum type="arabicPeriod"/>
            </a:pPr>
            <a:r>
              <a:rPr lang="zh-CN" altLang="en-US" dirty="0"/>
              <a:t>停止录入数据的项目在被重新启用录入后可以选择读取本地缓存（需要用户“勾选”是否导入本地缓存）导入缓存数据；</a:t>
            </a:r>
            <a:endParaRPr lang="en-US" altLang="zh-CN" dirty="0"/>
          </a:p>
          <a:p>
            <a:pPr marL="228600" indent="-228600">
              <a:buAutoNum type="arabicPeriod"/>
            </a:pPr>
            <a:r>
              <a:rPr lang="zh-CN" altLang="en-US" dirty="0"/>
              <a:t>管理员新建项目并完成所有初始化步骤后启动数据录入功能将停止当前正在录入数据的项目，并清除服务端的缓存数据，待</a:t>
            </a:r>
            <a:r>
              <a:rPr lang="en-US" altLang="zh-CN" dirty="0"/>
              <a:t>30s</a:t>
            </a:r>
            <a:r>
              <a:rPr lang="zh-CN" altLang="en-US" dirty="0"/>
              <a:t>后开始落盘数据；</a:t>
            </a:r>
            <a:endParaRPr lang="en-US" altLang="zh-CN" dirty="0"/>
          </a:p>
          <a:p>
            <a:pPr marL="228600" indent="-228600">
              <a:buAutoNum type="arabicPeriod"/>
            </a:pPr>
            <a:r>
              <a:rPr lang="zh-CN" altLang="en-US" dirty="0"/>
              <a:t>项目归档后可以下载加密的用户数据，在删除项目的同时会销毁</a:t>
            </a:r>
            <a:r>
              <a:rPr lang="en-US" altLang="zh-CN" dirty="0" err="1"/>
              <a:t>Tdengine</a:t>
            </a:r>
            <a:r>
              <a:rPr lang="zh-CN" altLang="en-US" dirty="0"/>
              <a:t>中的用户数据；</a:t>
            </a:r>
            <a:endParaRPr lang="en-US" altLang="zh-CN" dirty="0"/>
          </a:p>
          <a:p>
            <a:pPr marL="228600" indent="-228600">
              <a:buAutoNum type="arabicPeriod"/>
            </a:pPr>
            <a:r>
              <a:rPr lang="zh-CN" altLang="en-US" dirty="0"/>
              <a:t>非归档项目不支持删除功能；</a:t>
            </a:r>
            <a:endParaRPr lang="en-US" altLang="zh-CN" dirty="0"/>
          </a:p>
          <a:p>
            <a:pPr marL="228600" indent="-228600">
              <a:buAutoNum type="arabicPeriod"/>
            </a:pPr>
            <a:r>
              <a:rPr lang="zh-CN" altLang="en-US" dirty="0"/>
              <a:t>归档项目不能直接启用“数据录入”，只能先恢复到“数据停止录入状态”；若进一步需要启动“数据录入”，需本地缓存清空，待</a:t>
            </a:r>
            <a:r>
              <a:rPr lang="en-US" altLang="zh-CN" dirty="0"/>
              <a:t>30s</a:t>
            </a:r>
            <a:r>
              <a:rPr lang="zh-CN" altLang="en-US" dirty="0"/>
              <a:t>后开始落盘数据；</a:t>
            </a:r>
            <a:endParaRPr lang="en-US" altLang="zh-CN" dirty="0"/>
          </a:p>
          <a:p>
            <a:pPr marL="228600" indent="-228600">
              <a:buAutoNum type="arabicPeriod"/>
            </a:pPr>
            <a:r>
              <a:rPr lang="zh-CN" altLang="en-US" dirty="0"/>
              <a:t>数据录入中的项目也不可直接归档，只能先停止录入，然后转化为归档，归档时将清空本地缓存；</a:t>
            </a: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F0878EED-09EC-4F23-B727-0A0D6384AA42}" type="slidenum">
              <a:rPr lang="zh-CN" altLang="en-US" smtClean="0"/>
              <a:t>3</a:t>
            </a:fld>
            <a:endParaRPr lang="zh-CN" altLang="en-US"/>
          </a:p>
        </p:txBody>
      </p:sp>
    </p:spTree>
    <p:extLst>
      <p:ext uri="{BB962C8B-B14F-4D97-AF65-F5344CB8AC3E}">
        <p14:creationId xmlns:p14="http://schemas.microsoft.com/office/powerpoint/2010/main" val="4056732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01294-56D3-FDE0-B9E9-ACA259C72D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BE49FC-F4FF-9C72-6E9F-846BA296CF9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628927-1D19-FF76-A412-8F9896EA4A35}"/>
              </a:ext>
            </a:extLst>
          </p:cNvPr>
          <p:cNvSpPr>
            <a:spLocks noGrp="1"/>
          </p:cNvSpPr>
          <p:nvPr>
            <p:ph type="body" idx="1"/>
          </p:nvPr>
        </p:nvSpPr>
        <p:spPr/>
        <p:txBody>
          <a:bodyPr/>
          <a:lstStyle/>
          <a:p>
            <a:pPr marL="0" indent="0">
              <a:buNone/>
            </a:pPr>
            <a:r>
              <a:rPr lang="en-US" altLang="zh-CN" dirty="0"/>
              <a:t>1. </a:t>
            </a:r>
            <a:r>
              <a:rPr lang="zh-CN" altLang="en-US" dirty="0"/>
              <a:t>树状目录分为三级：项目</a:t>
            </a:r>
            <a:r>
              <a:rPr lang="en-US" altLang="zh-CN" dirty="0"/>
              <a:t>-&gt;</a:t>
            </a:r>
            <a:r>
              <a:rPr lang="zh-CN" altLang="en-US" dirty="0"/>
              <a:t>用户类型</a:t>
            </a:r>
            <a:r>
              <a:rPr lang="en-US" altLang="zh-CN" dirty="0"/>
              <a:t>-&gt;</a:t>
            </a:r>
            <a:r>
              <a:rPr lang="zh-CN" altLang="en-US" dirty="0"/>
              <a:t>用户，项目使用“项目名称”，用户类型为</a:t>
            </a:r>
            <a:r>
              <a:rPr lang="en-US" altLang="zh-CN" dirty="0"/>
              <a:t>PC/Mobile</a:t>
            </a:r>
            <a:r>
              <a:rPr lang="zh-CN" altLang="en-US" dirty="0"/>
              <a:t>，用户可以添加或者删除；</a:t>
            </a:r>
            <a:endParaRPr lang="en-US" altLang="zh-CN" dirty="0"/>
          </a:p>
          <a:p>
            <a:pPr marL="0" indent="0">
              <a:buNone/>
            </a:pPr>
            <a:r>
              <a:rPr lang="en-US" altLang="zh-CN" dirty="0"/>
              <a:t>2. </a:t>
            </a:r>
            <a:r>
              <a:rPr lang="zh-CN" altLang="en-US" dirty="0"/>
              <a:t>用户详情页可以对新建用户进行属性配置，</a:t>
            </a:r>
            <a:r>
              <a:rPr lang="en-US" altLang="zh-CN" dirty="0"/>
              <a:t>PC</a:t>
            </a:r>
            <a:r>
              <a:rPr lang="zh-CN" altLang="en-US" dirty="0"/>
              <a:t>端用户仅需要用户名、警号、密码（可修改，需二次确认），移动端用户需要和设备</a:t>
            </a:r>
            <a:r>
              <a:rPr lang="en-US" altLang="zh-CN" dirty="0"/>
              <a:t>id</a:t>
            </a:r>
            <a:r>
              <a:rPr lang="zh-CN" altLang="en-US" dirty="0"/>
              <a:t>按照</a:t>
            </a:r>
            <a:r>
              <a:rPr lang="en-US" altLang="zh-CN" dirty="0"/>
              <a:t>1:1</a:t>
            </a:r>
            <a:r>
              <a:rPr lang="zh-CN" altLang="en-US" dirty="0"/>
              <a:t>绑死；</a:t>
            </a:r>
            <a:endParaRPr lang="en-US" altLang="zh-CN" dirty="0"/>
          </a:p>
          <a:p>
            <a:pPr marL="0" indent="0">
              <a:buNone/>
            </a:pPr>
            <a:r>
              <a:rPr lang="en-US" altLang="zh-CN" dirty="0"/>
              <a:t>3. </a:t>
            </a:r>
            <a:r>
              <a:rPr lang="zh-CN" altLang="en-US" dirty="0"/>
              <a:t>用户删除不意味着数据删除，</a:t>
            </a:r>
            <a:r>
              <a:rPr lang="en-US" altLang="zh-CN" dirty="0" err="1"/>
              <a:t>Tdengine</a:t>
            </a:r>
            <a:r>
              <a:rPr lang="zh-CN" altLang="en-US" dirty="0"/>
              <a:t>的数据录入以设备</a:t>
            </a:r>
            <a:r>
              <a:rPr lang="en-US" altLang="zh-CN" dirty="0"/>
              <a:t>ID</a:t>
            </a:r>
            <a:r>
              <a:rPr lang="zh-CN" altLang="en-US" dirty="0"/>
              <a:t>为准，用户信息以及绑定的设备</a:t>
            </a:r>
            <a:r>
              <a:rPr lang="en-US" altLang="zh-CN" dirty="0"/>
              <a:t>id</a:t>
            </a:r>
            <a:r>
              <a:rPr lang="zh-CN" altLang="en-US" dirty="0"/>
              <a:t>的绑定存储于</a:t>
            </a:r>
            <a:r>
              <a:rPr lang="en-US" altLang="zh-CN" dirty="0"/>
              <a:t>PostgreSQL</a:t>
            </a:r>
            <a:r>
              <a:rPr lang="zh-CN" altLang="en-US" dirty="0"/>
              <a:t>中；</a:t>
            </a:r>
            <a:endParaRPr lang="en-US" altLang="zh-CN" dirty="0"/>
          </a:p>
          <a:p>
            <a:pPr marL="0" indent="0">
              <a:buNone/>
            </a:pPr>
            <a:r>
              <a:rPr lang="en-US" altLang="zh-CN" dirty="0"/>
              <a:t>4. </a:t>
            </a:r>
            <a:r>
              <a:rPr lang="zh-CN" altLang="en-US" dirty="0"/>
              <a:t>项目停止数据录入</a:t>
            </a:r>
            <a:r>
              <a:rPr lang="en-US" altLang="zh-CN" dirty="0"/>
              <a:t>/</a:t>
            </a:r>
            <a:r>
              <a:rPr lang="zh-CN" altLang="en-US" dirty="0"/>
              <a:t>归档后不可更改用户信息，项目删除后该页也剔除对应</a:t>
            </a:r>
            <a:r>
              <a:rPr lang="zh-CN" altLang="en-US"/>
              <a:t>项目信息。</a:t>
            </a:r>
            <a:endParaRPr lang="zh-CN" altLang="en-US" dirty="0"/>
          </a:p>
        </p:txBody>
      </p:sp>
      <p:sp>
        <p:nvSpPr>
          <p:cNvPr id="4" name="灯片编号占位符 3">
            <a:extLst>
              <a:ext uri="{FF2B5EF4-FFF2-40B4-BE49-F238E27FC236}">
                <a16:creationId xmlns:a16="http://schemas.microsoft.com/office/drawing/2014/main" id="{B1F91BED-68A5-ACCE-19E6-3845B8CFB12A}"/>
              </a:ext>
            </a:extLst>
          </p:cNvPr>
          <p:cNvSpPr>
            <a:spLocks noGrp="1"/>
          </p:cNvSpPr>
          <p:nvPr>
            <p:ph type="sldNum" sz="quarter" idx="5"/>
          </p:nvPr>
        </p:nvSpPr>
        <p:spPr/>
        <p:txBody>
          <a:bodyPr/>
          <a:lstStyle/>
          <a:p>
            <a:fld id="{F0878EED-09EC-4F23-B727-0A0D6384AA42}" type="slidenum">
              <a:rPr lang="zh-CN" altLang="en-US" smtClean="0"/>
              <a:t>4</a:t>
            </a:fld>
            <a:endParaRPr lang="zh-CN" altLang="en-US"/>
          </a:p>
        </p:txBody>
      </p:sp>
    </p:spTree>
    <p:extLst>
      <p:ext uri="{BB962C8B-B14F-4D97-AF65-F5344CB8AC3E}">
        <p14:creationId xmlns:p14="http://schemas.microsoft.com/office/powerpoint/2010/main" val="2470109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F602C2-F24E-3BCC-8195-12262245540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C33C979-EF93-D798-DA5F-A51BCAC0AE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DB97C72-FE65-6867-41CE-C1A6C7A1BE6B}"/>
              </a:ext>
            </a:extLst>
          </p:cNvPr>
          <p:cNvSpPr>
            <a:spLocks noGrp="1"/>
          </p:cNvSpPr>
          <p:nvPr>
            <p:ph type="dt" sz="half" idx="10"/>
          </p:nvPr>
        </p:nvSpPr>
        <p:spPr/>
        <p:txBody>
          <a:bodyPr/>
          <a:lstStyle/>
          <a:p>
            <a:fld id="{79B3A624-760A-4CFA-BB72-FB8B1F17B621}" type="datetimeFigureOut">
              <a:rPr lang="zh-CN" altLang="en-US" smtClean="0"/>
              <a:t>2026/6/17</a:t>
            </a:fld>
            <a:endParaRPr lang="zh-CN" altLang="en-US"/>
          </a:p>
        </p:txBody>
      </p:sp>
      <p:sp>
        <p:nvSpPr>
          <p:cNvPr id="5" name="页脚占位符 4">
            <a:extLst>
              <a:ext uri="{FF2B5EF4-FFF2-40B4-BE49-F238E27FC236}">
                <a16:creationId xmlns:a16="http://schemas.microsoft.com/office/drawing/2014/main" id="{EA3469A4-751A-251A-42BF-528446CBE7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1754CFA-BE50-DD6E-73AC-E17D3794C1CF}"/>
              </a:ext>
            </a:extLst>
          </p:cNvPr>
          <p:cNvSpPr>
            <a:spLocks noGrp="1"/>
          </p:cNvSpPr>
          <p:nvPr>
            <p:ph type="sldNum" sz="quarter" idx="12"/>
          </p:nvPr>
        </p:nvSpPr>
        <p:spPr/>
        <p:txBody>
          <a:bodyPr/>
          <a:lstStyle/>
          <a:p>
            <a:fld id="{EB9990E7-DF20-4BBF-B02C-5D40A2F8DB78}" type="slidenum">
              <a:rPr lang="zh-CN" altLang="en-US" smtClean="0"/>
              <a:t>‹#›</a:t>
            </a:fld>
            <a:endParaRPr lang="zh-CN" altLang="en-US"/>
          </a:p>
        </p:txBody>
      </p:sp>
    </p:spTree>
    <p:extLst>
      <p:ext uri="{BB962C8B-B14F-4D97-AF65-F5344CB8AC3E}">
        <p14:creationId xmlns:p14="http://schemas.microsoft.com/office/powerpoint/2010/main" val="45933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DD5AFA-2A85-65A6-6B77-BD69342487E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4B31509-294D-41D4-ECD1-2CABC036AE2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3308C03-3AFD-858A-EFF7-BDE2FEBD6E90}"/>
              </a:ext>
            </a:extLst>
          </p:cNvPr>
          <p:cNvSpPr>
            <a:spLocks noGrp="1"/>
          </p:cNvSpPr>
          <p:nvPr>
            <p:ph type="dt" sz="half" idx="10"/>
          </p:nvPr>
        </p:nvSpPr>
        <p:spPr/>
        <p:txBody>
          <a:bodyPr/>
          <a:lstStyle/>
          <a:p>
            <a:fld id="{79B3A624-760A-4CFA-BB72-FB8B1F17B621}" type="datetimeFigureOut">
              <a:rPr lang="zh-CN" altLang="en-US" smtClean="0"/>
              <a:t>2026/6/17</a:t>
            </a:fld>
            <a:endParaRPr lang="zh-CN" altLang="en-US"/>
          </a:p>
        </p:txBody>
      </p:sp>
      <p:sp>
        <p:nvSpPr>
          <p:cNvPr id="5" name="页脚占位符 4">
            <a:extLst>
              <a:ext uri="{FF2B5EF4-FFF2-40B4-BE49-F238E27FC236}">
                <a16:creationId xmlns:a16="http://schemas.microsoft.com/office/drawing/2014/main" id="{6D10ED62-B91B-0230-DB07-F26F2C9B308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6FBA774-3BB1-71E1-2925-0C88D7833716}"/>
              </a:ext>
            </a:extLst>
          </p:cNvPr>
          <p:cNvSpPr>
            <a:spLocks noGrp="1"/>
          </p:cNvSpPr>
          <p:nvPr>
            <p:ph type="sldNum" sz="quarter" idx="12"/>
          </p:nvPr>
        </p:nvSpPr>
        <p:spPr/>
        <p:txBody>
          <a:bodyPr/>
          <a:lstStyle/>
          <a:p>
            <a:fld id="{EB9990E7-DF20-4BBF-B02C-5D40A2F8DB78}" type="slidenum">
              <a:rPr lang="zh-CN" altLang="en-US" smtClean="0"/>
              <a:t>‹#›</a:t>
            </a:fld>
            <a:endParaRPr lang="zh-CN" altLang="en-US"/>
          </a:p>
        </p:txBody>
      </p:sp>
    </p:spTree>
    <p:extLst>
      <p:ext uri="{BB962C8B-B14F-4D97-AF65-F5344CB8AC3E}">
        <p14:creationId xmlns:p14="http://schemas.microsoft.com/office/powerpoint/2010/main" val="743522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9F3D17-1025-1B28-2146-FB6BBF04814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405E756-83A7-A28B-032C-B6849C2F62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B0215BE-A80F-872C-FA1C-2830F1C5CE9A}"/>
              </a:ext>
            </a:extLst>
          </p:cNvPr>
          <p:cNvSpPr>
            <a:spLocks noGrp="1"/>
          </p:cNvSpPr>
          <p:nvPr>
            <p:ph type="dt" sz="half" idx="10"/>
          </p:nvPr>
        </p:nvSpPr>
        <p:spPr/>
        <p:txBody>
          <a:bodyPr/>
          <a:lstStyle/>
          <a:p>
            <a:fld id="{79B3A624-760A-4CFA-BB72-FB8B1F17B621}" type="datetimeFigureOut">
              <a:rPr lang="zh-CN" altLang="en-US" smtClean="0"/>
              <a:t>2026/6/17</a:t>
            </a:fld>
            <a:endParaRPr lang="zh-CN" altLang="en-US"/>
          </a:p>
        </p:txBody>
      </p:sp>
      <p:sp>
        <p:nvSpPr>
          <p:cNvPr id="5" name="页脚占位符 4">
            <a:extLst>
              <a:ext uri="{FF2B5EF4-FFF2-40B4-BE49-F238E27FC236}">
                <a16:creationId xmlns:a16="http://schemas.microsoft.com/office/drawing/2014/main" id="{C7D368DF-B736-D2C9-9578-1ABCABE133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8D43AD-A506-C680-6248-7BD5D7821BD8}"/>
              </a:ext>
            </a:extLst>
          </p:cNvPr>
          <p:cNvSpPr>
            <a:spLocks noGrp="1"/>
          </p:cNvSpPr>
          <p:nvPr>
            <p:ph type="sldNum" sz="quarter" idx="12"/>
          </p:nvPr>
        </p:nvSpPr>
        <p:spPr/>
        <p:txBody>
          <a:bodyPr/>
          <a:lstStyle/>
          <a:p>
            <a:fld id="{EB9990E7-DF20-4BBF-B02C-5D40A2F8DB78}" type="slidenum">
              <a:rPr lang="zh-CN" altLang="en-US" smtClean="0"/>
              <a:t>‹#›</a:t>
            </a:fld>
            <a:endParaRPr lang="zh-CN" altLang="en-US"/>
          </a:p>
        </p:txBody>
      </p:sp>
    </p:spTree>
    <p:extLst>
      <p:ext uri="{BB962C8B-B14F-4D97-AF65-F5344CB8AC3E}">
        <p14:creationId xmlns:p14="http://schemas.microsoft.com/office/powerpoint/2010/main" val="1633093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CCB73C-F078-93BF-68F5-C62F50FB75D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12AA1F1-C59B-09D4-0E8B-DAFF3BFEC01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C760ACA-DE6D-893F-AF80-463EBE48657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B596157-A94F-9B32-84DD-8C565B9C9E8C}"/>
              </a:ext>
            </a:extLst>
          </p:cNvPr>
          <p:cNvSpPr>
            <a:spLocks noGrp="1"/>
          </p:cNvSpPr>
          <p:nvPr>
            <p:ph type="dt" sz="half" idx="10"/>
          </p:nvPr>
        </p:nvSpPr>
        <p:spPr/>
        <p:txBody>
          <a:bodyPr/>
          <a:lstStyle/>
          <a:p>
            <a:fld id="{79B3A624-760A-4CFA-BB72-FB8B1F17B621}" type="datetimeFigureOut">
              <a:rPr lang="zh-CN" altLang="en-US" smtClean="0"/>
              <a:t>2026/6/17</a:t>
            </a:fld>
            <a:endParaRPr lang="zh-CN" altLang="en-US"/>
          </a:p>
        </p:txBody>
      </p:sp>
      <p:sp>
        <p:nvSpPr>
          <p:cNvPr id="6" name="页脚占位符 5">
            <a:extLst>
              <a:ext uri="{FF2B5EF4-FFF2-40B4-BE49-F238E27FC236}">
                <a16:creationId xmlns:a16="http://schemas.microsoft.com/office/drawing/2014/main" id="{EA93DCF3-32A1-1CC2-82DB-ACA170F06D8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FD2C25F-E755-6194-73ED-F6159B41C5BF}"/>
              </a:ext>
            </a:extLst>
          </p:cNvPr>
          <p:cNvSpPr>
            <a:spLocks noGrp="1"/>
          </p:cNvSpPr>
          <p:nvPr>
            <p:ph type="sldNum" sz="quarter" idx="12"/>
          </p:nvPr>
        </p:nvSpPr>
        <p:spPr/>
        <p:txBody>
          <a:bodyPr/>
          <a:lstStyle/>
          <a:p>
            <a:fld id="{EB9990E7-DF20-4BBF-B02C-5D40A2F8DB78}" type="slidenum">
              <a:rPr lang="zh-CN" altLang="en-US" smtClean="0"/>
              <a:t>‹#›</a:t>
            </a:fld>
            <a:endParaRPr lang="zh-CN" altLang="en-US"/>
          </a:p>
        </p:txBody>
      </p:sp>
    </p:spTree>
    <p:extLst>
      <p:ext uri="{BB962C8B-B14F-4D97-AF65-F5344CB8AC3E}">
        <p14:creationId xmlns:p14="http://schemas.microsoft.com/office/powerpoint/2010/main" val="3819760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2EB92D-51A3-54E7-9DFC-CDAF73ECC73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5CF82F5-CC3B-ED95-03F7-276999CF1D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ACDFF8E-A05D-ED2F-B777-2CA0A1094DE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C932A5F-4473-DC52-9D54-4B701DC481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090229B-B6F0-49D4-ADB6-89932FBEB95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D6D0231-654A-5584-5833-E41BF1CE4A9C}"/>
              </a:ext>
            </a:extLst>
          </p:cNvPr>
          <p:cNvSpPr>
            <a:spLocks noGrp="1"/>
          </p:cNvSpPr>
          <p:nvPr>
            <p:ph type="dt" sz="half" idx="10"/>
          </p:nvPr>
        </p:nvSpPr>
        <p:spPr/>
        <p:txBody>
          <a:bodyPr/>
          <a:lstStyle/>
          <a:p>
            <a:fld id="{79B3A624-760A-4CFA-BB72-FB8B1F17B621}" type="datetimeFigureOut">
              <a:rPr lang="zh-CN" altLang="en-US" smtClean="0"/>
              <a:t>2026/6/17</a:t>
            </a:fld>
            <a:endParaRPr lang="zh-CN" altLang="en-US"/>
          </a:p>
        </p:txBody>
      </p:sp>
      <p:sp>
        <p:nvSpPr>
          <p:cNvPr id="8" name="页脚占位符 7">
            <a:extLst>
              <a:ext uri="{FF2B5EF4-FFF2-40B4-BE49-F238E27FC236}">
                <a16:creationId xmlns:a16="http://schemas.microsoft.com/office/drawing/2014/main" id="{ABFAE12F-3255-3BB6-E672-094CC6E6388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F01CC2A-5D9A-E789-5713-CCF3CA9B54F3}"/>
              </a:ext>
            </a:extLst>
          </p:cNvPr>
          <p:cNvSpPr>
            <a:spLocks noGrp="1"/>
          </p:cNvSpPr>
          <p:nvPr>
            <p:ph type="sldNum" sz="quarter" idx="12"/>
          </p:nvPr>
        </p:nvSpPr>
        <p:spPr/>
        <p:txBody>
          <a:bodyPr/>
          <a:lstStyle/>
          <a:p>
            <a:fld id="{EB9990E7-DF20-4BBF-B02C-5D40A2F8DB78}" type="slidenum">
              <a:rPr lang="zh-CN" altLang="en-US" smtClean="0"/>
              <a:t>‹#›</a:t>
            </a:fld>
            <a:endParaRPr lang="zh-CN" altLang="en-US"/>
          </a:p>
        </p:txBody>
      </p:sp>
    </p:spTree>
    <p:extLst>
      <p:ext uri="{BB962C8B-B14F-4D97-AF65-F5344CB8AC3E}">
        <p14:creationId xmlns:p14="http://schemas.microsoft.com/office/powerpoint/2010/main" val="4072255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197AAB-C7DA-AB6E-7E74-6449ADD5E78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3EE3A55-5D7D-B3EA-D2E4-819753A49B4A}"/>
              </a:ext>
            </a:extLst>
          </p:cNvPr>
          <p:cNvSpPr>
            <a:spLocks noGrp="1"/>
          </p:cNvSpPr>
          <p:nvPr>
            <p:ph type="dt" sz="half" idx="10"/>
          </p:nvPr>
        </p:nvSpPr>
        <p:spPr/>
        <p:txBody>
          <a:bodyPr/>
          <a:lstStyle/>
          <a:p>
            <a:fld id="{79B3A624-760A-4CFA-BB72-FB8B1F17B621}" type="datetimeFigureOut">
              <a:rPr lang="zh-CN" altLang="en-US" smtClean="0"/>
              <a:t>2026/6/17</a:t>
            </a:fld>
            <a:endParaRPr lang="zh-CN" altLang="en-US"/>
          </a:p>
        </p:txBody>
      </p:sp>
      <p:sp>
        <p:nvSpPr>
          <p:cNvPr id="4" name="页脚占位符 3">
            <a:extLst>
              <a:ext uri="{FF2B5EF4-FFF2-40B4-BE49-F238E27FC236}">
                <a16:creationId xmlns:a16="http://schemas.microsoft.com/office/drawing/2014/main" id="{95D64CF8-5E5E-F6CC-69FC-62DA183201F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16663A8-7D95-AEF7-38A7-6A552EFEFC94}"/>
              </a:ext>
            </a:extLst>
          </p:cNvPr>
          <p:cNvSpPr>
            <a:spLocks noGrp="1"/>
          </p:cNvSpPr>
          <p:nvPr>
            <p:ph type="sldNum" sz="quarter" idx="12"/>
          </p:nvPr>
        </p:nvSpPr>
        <p:spPr/>
        <p:txBody>
          <a:bodyPr/>
          <a:lstStyle/>
          <a:p>
            <a:fld id="{EB9990E7-DF20-4BBF-B02C-5D40A2F8DB78}" type="slidenum">
              <a:rPr lang="zh-CN" altLang="en-US" smtClean="0"/>
              <a:t>‹#›</a:t>
            </a:fld>
            <a:endParaRPr lang="zh-CN" altLang="en-US"/>
          </a:p>
        </p:txBody>
      </p:sp>
    </p:spTree>
    <p:extLst>
      <p:ext uri="{BB962C8B-B14F-4D97-AF65-F5344CB8AC3E}">
        <p14:creationId xmlns:p14="http://schemas.microsoft.com/office/powerpoint/2010/main" val="1642937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7A065DA-84BF-A7F4-618D-38BEC9DD58DD}"/>
              </a:ext>
            </a:extLst>
          </p:cNvPr>
          <p:cNvSpPr>
            <a:spLocks noGrp="1"/>
          </p:cNvSpPr>
          <p:nvPr>
            <p:ph type="dt" sz="half" idx="10"/>
          </p:nvPr>
        </p:nvSpPr>
        <p:spPr/>
        <p:txBody>
          <a:bodyPr/>
          <a:lstStyle/>
          <a:p>
            <a:fld id="{79B3A624-760A-4CFA-BB72-FB8B1F17B621}" type="datetimeFigureOut">
              <a:rPr lang="zh-CN" altLang="en-US" smtClean="0"/>
              <a:t>2026/6/17</a:t>
            </a:fld>
            <a:endParaRPr lang="zh-CN" altLang="en-US"/>
          </a:p>
        </p:txBody>
      </p:sp>
      <p:sp>
        <p:nvSpPr>
          <p:cNvPr id="3" name="页脚占位符 2">
            <a:extLst>
              <a:ext uri="{FF2B5EF4-FFF2-40B4-BE49-F238E27FC236}">
                <a16:creationId xmlns:a16="http://schemas.microsoft.com/office/drawing/2014/main" id="{D87B8E73-FF92-C7C3-7C53-FC564AC91F1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F988D3A-268B-BA62-C908-21C049DA27D7}"/>
              </a:ext>
            </a:extLst>
          </p:cNvPr>
          <p:cNvSpPr>
            <a:spLocks noGrp="1"/>
          </p:cNvSpPr>
          <p:nvPr>
            <p:ph type="sldNum" sz="quarter" idx="12"/>
          </p:nvPr>
        </p:nvSpPr>
        <p:spPr/>
        <p:txBody>
          <a:bodyPr/>
          <a:lstStyle/>
          <a:p>
            <a:fld id="{EB9990E7-DF20-4BBF-B02C-5D40A2F8DB78}" type="slidenum">
              <a:rPr lang="zh-CN" altLang="en-US" smtClean="0"/>
              <a:t>‹#›</a:t>
            </a:fld>
            <a:endParaRPr lang="zh-CN" altLang="en-US"/>
          </a:p>
        </p:txBody>
      </p:sp>
    </p:spTree>
    <p:extLst>
      <p:ext uri="{BB962C8B-B14F-4D97-AF65-F5344CB8AC3E}">
        <p14:creationId xmlns:p14="http://schemas.microsoft.com/office/powerpoint/2010/main" val="3899311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1DEEE4-87DD-03C5-41CE-59FDE416A0A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E734B00-CB6B-6B1E-08C7-0F3835AD4B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3E99824-E0E0-ADC9-51A1-6C08E5F0B5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84A822B-87F9-B2D7-A708-37288262D4F8}"/>
              </a:ext>
            </a:extLst>
          </p:cNvPr>
          <p:cNvSpPr>
            <a:spLocks noGrp="1"/>
          </p:cNvSpPr>
          <p:nvPr>
            <p:ph type="dt" sz="half" idx="10"/>
          </p:nvPr>
        </p:nvSpPr>
        <p:spPr/>
        <p:txBody>
          <a:bodyPr/>
          <a:lstStyle/>
          <a:p>
            <a:fld id="{79B3A624-760A-4CFA-BB72-FB8B1F17B621}" type="datetimeFigureOut">
              <a:rPr lang="zh-CN" altLang="en-US" smtClean="0"/>
              <a:t>2026/6/17</a:t>
            </a:fld>
            <a:endParaRPr lang="zh-CN" altLang="en-US"/>
          </a:p>
        </p:txBody>
      </p:sp>
      <p:sp>
        <p:nvSpPr>
          <p:cNvPr id="6" name="页脚占位符 5">
            <a:extLst>
              <a:ext uri="{FF2B5EF4-FFF2-40B4-BE49-F238E27FC236}">
                <a16:creationId xmlns:a16="http://schemas.microsoft.com/office/drawing/2014/main" id="{320FA920-1378-A329-F880-E293A9F6182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2346D20-B593-AF83-DAA3-8663321377A1}"/>
              </a:ext>
            </a:extLst>
          </p:cNvPr>
          <p:cNvSpPr>
            <a:spLocks noGrp="1"/>
          </p:cNvSpPr>
          <p:nvPr>
            <p:ph type="sldNum" sz="quarter" idx="12"/>
          </p:nvPr>
        </p:nvSpPr>
        <p:spPr/>
        <p:txBody>
          <a:bodyPr/>
          <a:lstStyle/>
          <a:p>
            <a:fld id="{EB9990E7-DF20-4BBF-B02C-5D40A2F8DB78}" type="slidenum">
              <a:rPr lang="zh-CN" altLang="en-US" smtClean="0"/>
              <a:t>‹#›</a:t>
            </a:fld>
            <a:endParaRPr lang="zh-CN" altLang="en-US"/>
          </a:p>
        </p:txBody>
      </p:sp>
    </p:spTree>
    <p:extLst>
      <p:ext uri="{BB962C8B-B14F-4D97-AF65-F5344CB8AC3E}">
        <p14:creationId xmlns:p14="http://schemas.microsoft.com/office/powerpoint/2010/main" val="2657651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04A884-B635-E891-9752-2459156E5AD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3261C4C-16FA-DB18-8857-AF9D8A3101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5461284-E6B8-E46D-2835-BA704AC3EF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A31163A-A55E-DFB5-B38A-24880BD9D77B}"/>
              </a:ext>
            </a:extLst>
          </p:cNvPr>
          <p:cNvSpPr>
            <a:spLocks noGrp="1"/>
          </p:cNvSpPr>
          <p:nvPr>
            <p:ph type="dt" sz="half" idx="10"/>
          </p:nvPr>
        </p:nvSpPr>
        <p:spPr/>
        <p:txBody>
          <a:bodyPr/>
          <a:lstStyle/>
          <a:p>
            <a:fld id="{79B3A624-760A-4CFA-BB72-FB8B1F17B621}" type="datetimeFigureOut">
              <a:rPr lang="zh-CN" altLang="en-US" smtClean="0"/>
              <a:t>2026/6/17</a:t>
            </a:fld>
            <a:endParaRPr lang="zh-CN" altLang="en-US"/>
          </a:p>
        </p:txBody>
      </p:sp>
      <p:sp>
        <p:nvSpPr>
          <p:cNvPr id="6" name="页脚占位符 5">
            <a:extLst>
              <a:ext uri="{FF2B5EF4-FFF2-40B4-BE49-F238E27FC236}">
                <a16:creationId xmlns:a16="http://schemas.microsoft.com/office/drawing/2014/main" id="{D6E8CAAB-AD4B-1048-7148-89623901C5A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E4253D3-15F5-8406-6452-0C7E7675826F}"/>
              </a:ext>
            </a:extLst>
          </p:cNvPr>
          <p:cNvSpPr>
            <a:spLocks noGrp="1"/>
          </p:cNvSpPr>
          <p:nvPr>
            <p:ph type="sldNum" sz="quarter" idx="12"/>
          </p:nvPr>
        </p:nvSpPr>
        <p:spPr/>
        <p:txBody>
          <a:bodyPr/>
          <a:lstStyle/>
          <a:p>
            <a:fld id="{EB9990E7-DF20-4BBF-B02C-5D40A2F8DB78}" type="slidenum">
              <a:rPr lang="zh-CN" altLang="en-US" smtClean="0"/>
              <a:t>‹#›</a:t>
            </a:fld>
            <a:endParaRPr lang="zh-CN" altLang="en-US"/>
          </a:p>
        </p:txBody>
      </p:sp>
    </p:spTree>
    <p:extLst>
      <p:ext uri="{BB962C8B-B14F-4D97-AF65-F5344CB8AC3E}">
        <p14:creationId xmlns:p14="http://schemas.microsoft.com/office/powerpoint/2010/main" val="1313091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62159C-138E-15C4-AF91-3D67C6C0826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965F185-D3C5-A617-6549-1099AC2588B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A2D5D64-7A60-4097-CEAF-B373F1CC2B52}"/>
              </a:ext>
            </a:extLst>
          </p:cNvPr>
          <p:cNvSpPr>
            <a:spLocks noGrp="1"/>
          </p:cNvSpPr>
          <p:nvPr>
            <p:ph type="dt" sz="half" idx="10"/>
          </p:nvPr>
        </p:nvSpPr>
        <p:spPr/>
        <p:txBody>
          <a:bodyPr/>
          <a:lstStyle/>
          <a:p>
            <a:fld id="{79B3A624-760A-4CFA-BB72-FB8B1F17B621}" type="datetimeFigureOut">
              <a:rPr lang="zh-CN" altLang="en-US" smtClean="0"/>
              <a:t>2026/6/17</a:t>
            </a:fld>
            <a:endParaRPr lang="zh-CN" altLang="en-US"/>
          </a:p>
        </p:txBody>
      </p:sp>
      <p:sp>
        <p:nvSpPr>
          <p:cNvPr id="5" name="页脚占位符 4">
            <a:extLst>
              <a:ext uri="{FF2B5EF4-FFF2-40B4-BE49-F238E27FC236}">
                <a16:creationId xmlns:a16="http://schemas.microsoft.com/office/drawing/2014/main" id="{AF41CA40-4974-E79F-8F36-6FC4E27EBE1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B30DD3F-38D2-EA6B-B0E8-32B02B4A8D68}"/>
              </a:ext>
            </a:extLst>
          </p:cNvPr>
          <p:cNvSpPr>
            <a:spLocks noGrp="1"/>
          </p:cNvSpPr>
          <p:nvPr>
            <p:ph type="sldNum" sz="quarter" idx="12"/>
          </p:nvPr>
        </p:nvSpPr>
        <p:spPr/>
        <p:txBody>
          <a:bodyPr/>
          <a:lstStyle/>
          <a:p>
            <a:fld id="{EB9990E7-DF20-4BBF-B02C-5D40A2F8DB78}" type="slidenum">
              <a:rPr lang="zh-CN" altLang="en-US" smtClean="0"/>
              <a:t>‹#›</a:t>
            </a:fld>
            <a:endParaRPr lang="zh-CN" altLang="en-US"/>
          </a:p>
        </p:txBody>
      </p:sp>
    </p:spTree>
    <p:extLst>
      <p:ext uri="{BB962C8B-B14F-4D97-AF65-F5344CB8AC3E}">
        <p14:creationId xmlns:p14="http://schemas.microsoft.com/office/powerpoint/2010/main" val="3771743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0F7555A-3603-AB3E-EF3E-459173ED080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A055C35-C908-3C25-D090-F0A2088888E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098D5E9-B900-7B46-2287-F6C37108C562}"/>
              </a:ext>
            </a:extLst>
          </p:cNvPr>
          <p:cNvSpPr>
            <a:spLocks noGrp="1"/>
          </p:cNvSpPr>
          <p:nvPr>
            <p:ph type="dt" sz="half" idx="10"/>
          </p:nvPr>
        </p:nvSpPr>
        <p:spPr/>
        <p:txBody>
          <a:bodyPr/>
          <a:lstStyle/>
          <a:p>
            <a:fld id="{79B3A624-760A-4CFA-BB72-FB8B1F17B621}" type="datetimeFigureOut">
              <a:rPr lang="zh-CN" altLang="en-US" smtClean="0"/>
              <a:t>2026/6/17</a:t>
            </a:fld>
            <a:endParaRPr lang="zh-CN" altLang="en-US"/>
          </a:p>
        </p:txBody>
      </p:sp>
      <p:sp>
        <p:nvSpPr>
          <p:cNvPr id="5" name="页脚占位符 4">
            <a:extLst>
              <a:ext uri="{FF2B5EF4-FFF2-40B4-BE49-F238E27FC236}">
                <a16:creationId xmlns:a16="http://schemas.microsoft.com/office/drawing/2014/main" id="{6296F434-4E4B-5196-27A6-59763B3CC86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52A163E-8672-329A-0FC3-85BCBA5A6C66}"/>
              </a:ext>
            </a:extLst>
          </p:cNvPr>
          <p:cNvSpPr>
            <a:spLocks noGrp="1"/>
          </p:cNvSpPr>
          <p:nvPr>
            <p:ph type="sldNum" sz="quarter" idx="12"/>
          </p:nvPr>
        </p:nvSpPr>
        <p:spPr/>
        <p:txBody>
          <a:bodyPr/>
          <a:lstStyle/>
          <a:p>
            <a:fld id="{EB9990E7-DF20-4BBF-B02C-5D40A2F8DB78}" type="slidenum">
              <a:rPr lang="zh-CN" altLang="en-US" smtClean="0"/>
              <a:t>‹#›</a:t>
            </a:fld>
            <a:endParaRPr lang="zh-CN" altLang="en-US"/>
          </a:p>
        </p:txBody>
      </p:sp>
    </p:spTree>
    <p:extLst>
      <p:ext uri="{BB962C8B-B14F-4D97-AF65-F5344CB8AC3E}">
        <p14:creationId xmlns:p14="http://schemas.microsoft.com/office/powerpoint/2010/main" val="2883262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CB4EFA3-F751-4118-779F-A30383CD8D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F3E008D-7F27-69D2-9B92-AC1E0A2ACA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4C59C8F-C70E-5565-DA5A-3BC77D873B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B3A624-760A-4CFA-BB72-FB8B1F17B621}" type="datetimeFigureOut">
              <a:rPr lang="zh-CN" altLang="en-US" smtClean="0"/>
              <a:t>2026/6/17</a:t>
            </a:fld>
            <a:endParaRPr lang="zh-CN" altLang="en-US"/>
          </a:p>
        </p:txBody>
      </p:sp>
      <p:sp>
        <p:nvSpPr>
          <p:cNvPr id="5" name="页脚占位符 4">
            <a:extLst>
              <a:ext uri="{FF2B5EF4-FFF2-40B4-BE49-F238E27FC236}">
                <a16:creationId xmlns:a16="http://schemas.microsoft.com/office/drawing/2014/main" id="{E66237AB-AEF5-6085-12B2-AB3D5180E5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A9A82026-0207-AE8E-2E7C-2E6E2B9604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9990E7-DF20-4BBF-B02C-5D40A2F8DB78}" type="slidenum">
              <a:rPr lang="zh-CN" altLang="en-US" smtClean="0"/>
              <a:t>‹#›</a:t>
            </a:fld>
            <a:endParaRPr lang="zh-CN" altLang="en-US"/>
          </a:p>
        </p:txBody>
      </p:sp>
    </p:spTree>
    <p:extLst>
      <p:ext uri="{BB962C8B-B14F-4D97-AF65-F5344CB8AC3E}">
        <p14:creationId xmlns:p14="http://schemas.microsoft.com/office/powerpoint/2010/main" val="2447217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0E9419-69B5-1E33-ECC9-D083F1D2AA8B}"/>
              </a:ext>
            </a:extLst>
          </p:cNvPr>
          <p:cNvSpPr>
            <a:spLocks noGrp="1"/>
          </p:cNvSpPr>
          <p:nvPr>
            <p:ph type="ctrTitle"/>
          </p:nvPr>
        </p:nvSpPr>
        <p:spPr/>
        <p:txBody>
          <a:bodyPr/>
          <a:lstStyle/>
          <a:p>
            <a:r>
              <a:rPr lang="zh-CN" altLang="en-US" dirty="0"/>
              <a:t>热应激预警系统项目</a:t>
            </a:r>
          </a:p>
        </p:txBody>
      </p:sp>
      <p:sp>
        <p:nvSpPr>
          <p:cNvPr id="3" name="副标题 2">
            <a:extLst>
              <a:ext uri="{FF2B5EF4-FFF2-40B4-BE49-F238E27FC236}">
                <a16:creationId xmlns:a16="http://schemas.microsoft.com/office/drawing/2014/main" id="{8AB96A5F-7164-60FB-9333-269614B4C5BC}"/>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382445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F4420F-2620-31D3-E179-8CA0D6620FFB}"/>
              </a:ext>
            </a:extLst>
          </p:cNvPr>
          <p:cNvSpPr>
            <a:spLocks noGrp="1"/>
          </p:cNvSpPr>
          <p:nvPr>
            <p:ph type="title"/>
          </p:nvPr>
        </p:nvSpPr>
        <p:spPr/>
        <p:txBody>
          <a:bodyPr/>
          <a:lstStyle/>
          <a:p>
            <a:r>
              <a:rPr lang="zh-CN" altLang="en-US" dirty="0"/>
              <a:t>登录页</a:t>
            </a:r>
          </a:p>
        </p:txBody>
      </p:sp>
      <p:sp>
        <p:nvSpPr>
          <p:cNvPr id="3" name="内容占位符 2">
            <a:extLst>
              <a:ext uri="{FF2B5EF4-FFF2-40B4-BE49-F238E27FC236}">
                <a16:creationId xmlns:a16="http://schemas.microsoft.com/office/drawing/2014/main" id="{CE384EFD-2D53-D3FA-7A7D-67B823A4D63C}"/>
              </a:ext>
            </a:extLst>
          </p:cNvPr>
          <p:cNvSpPr>
            <a:spLocks noGrp="1"/>
          </p:cNvSpPr>
          <p:nvPr>
            <p:ph idx="1"/>
          </p:nvPr>
        </p:nvSpPr>
        <p:spPr/>
        <p:txBody>
          <a:bodyPr/>
          <a:lstStyle/>
          <a:p>
            <a:endParaRPr lang="zh-CN" altLang="en-US"/>
          </a:p>
        </p:txBody>
      </p:sp>
      <p:sp>
        <p:nvSpPr>
          <p:cNvPr id="4" name="矩形: 圆角 3">
            <a:extLst>
              <a:ext uri="{FF2B5EF4-FFF2-40B4-BE49-F238E27FC236}">
                <a16:creationId xmlns:a16="http://schemas.microsoft.com/office/drawing/2014/main" id="{F25AE226-EA78-CE2E-883F-4A58C0873535}"/>
              </a:ext>
            </a:extLst>
          </p:cNvPr>
          <p:cNvSpPr/>
          <p:nvPr/>
        </p:nvSpPr>
        <p:spPr>
          <a:xfrm>
            <a:off x="2359891" y="2327563"/>
            <a:ext cx="7472218" cy="3592945"/>
          </a:xfrm>
          <a:prstGeom prst="roundRect">
            <a:avLst>
              <a:gd name="adj" fmla="val 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01A7E1D5-6E84-D0BB-6A15-62567513495F}"/>
              </a:ext>
            </a:extLst>
          </p:cNvPr>
          <p:cNvSpPr/>
          <p:nvPr/>
        </p:nvSpPr>
        <p:spPr>
          <a:xfrm>
            <a:off x="7213599" y="3918526"/>
            <a:ext cx="1874982" cy="41101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用户名</a:t>
            </a:r>
          </a:p>
        </p:txBody>
      </p:sp>
      <p:sp>
        <p:nvSpPr>
          <p:cNvPr id="6" name="矩形: 圆角 5">
            <a:extLst>
              <a:ext uri="{FF2B5EF4-FFF2-40B4-BE49-F238E27FC236}">
                <a16:creationId xmlns:a16="http://schemas.microsoft.com/office/drawing/2014/main" id="{671FE595-505A-5BAA-6A3B-B7F25AF5DD8E}"/>
              </a:ext>
            </a:extLst>
          </p:cNvPr>
          <p:cNvSpPr/>
          <p:nvPr/>
        </p:nvSpPr>
        <p:spPr>
          <a:xfrm>
            <a:off x="7213599" y="4625972"/>
            <a:ext cx="1874982" cy="41101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密码</a:t>
            </a:r>
          </a:p>
        </p:txBody>
      </p:sp>
      <p:sp>
        <p:nvSpPr>
          <p:cNvPr id="7" name="矩形: 圆角 6">
            <a:extLst>
              <a:ext uri="{FF2B5EF4-FFF2-40B4-BE49-F238E27FC236}">
                <a16:creationId xmlns:a16="http://schemas.microsoft.com/office/drawing/2014/main" id="{7F0682F9-9B4C-9F47-F624-11FC97CEA9F7}"/>
              </a:ext>
            </a:extLst>
          </p:cNvPr>
          <p:cNvSpPr/>
          <p:nvPr/>
        </p:nvSpPr>
        <p:spPr>
          <a:xfrm>
            <a:off x="2359891" y="2327563"/>
            <a:ext cx="3736109" cy="3592945"/>
          </a:xfrm>
          <a:prstGeom prst="roundRect">
            <a:avLst>
              <a:gd name="adj" fmla="val 0"/>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展示页</a:t>
            </a:r>
          </a:p>
        </p:txBody>
      </p:sp>
      <p:sp>
        <p:nvSpPr>
          <p:cNvPr id="8" name="矩形: 圆角 7">
            <a:extLst>
              <a:ext uri="{FF2B5EF4-FFF2-40B4-BE49-F238E27FC236}">
                <a16:creationId xmlns:a16="http://schemas.microsoft.com/office/drawing/2014/main" id="{D8F77C63-E331-045E-F3B1-9252FF620EC6}"/>
              </a:ext>
            </a:extLst>
          </p:cNvPr>
          <p:cNvSpPr/>
          <p:nvPr/>
        </p:nvSpPr>
        <p:spPr>
          <a:xfrm>
            <a:off x="7287489" y="2670176"/>
            <a:ext cx="1727201" cy="75882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LOGO</a:t>
            </a:r>
            <a:endParaRPr lang="zh-CN" altLang="en-US" dirty="0"/>
          </a:p>
        </p:txBody>
      </p:sp>
    </p:spTree>
    <p:extLst>
      <p:ext uri="{BB962C8B-B14F-4D97-AF65-F5344CB8AC3E}">
        <p14:creationId xmlns:p14="http://schemas.microsoft.com/office/powerpoint/2010/main" val="544098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134C99-3AF1-9117-21DE-BBBB30A44187}"/>
              </a:ext>
            </a:extLst>
          </p:cNvPr>
          <p:cNvSpPr>
            <a:spLocks noGrp="1"/>
          </p:cNvSpPr>
          <p:nvPr>
            <p:ph type="title"/>
          </p:nvPr>
        </p:nvSpPr>
        <p:spPr/>
        <p:txBody>
          <a:bodyPr/>
          <a:lstStyle/>
          <a:p>
            <a:r>
              <a:rPr lang="zh-CN" altLang="en-US" dirty="0"/>
              <a:t>项目管理页</a:t>
            </a:r>
          </a:p>
        </p:txBody>
      </p:sp>
      <p:sp>
        <p:nvSpPr>
          <p:cNvPr id="3" name="内容占位符 2">
            <a:extLst>
              <a:ext uri="{FF2B5EF4-FFF2-40B4-BE49-F238E27FC236}">
                <a16:creationId xmlns:a16="http://schemas.microsoft.com/office/drawing/2014/main" id="{FA89E81D-7C03-42FF-D951-2AB656A688F6}"/>
              </a:ext>
            </a:extLst>
          </p:cNvPr>
          <p:cNvSpPr>
            <a:spLocks noGrp="1"/>
          </p:cNvSpPr>
          <p:nvPr>
            <p:ph idx="1"/>
          </p:nvPr>
        </p:nvSpPr>
        <p:spPr/>
        <p:txBody>
          <a:bodyPr/>
          <a:lstStyle/>
          <a:p>
            <a:endParaRPr lang="zh-CN" altLang="en-US"/>
          </a:p>
        </p:txBody>
      </p:sp>
      <p:sp>
        <p:nvSpPr>
          <p:cNvPr id="5" name="矩形: 圆角 4">
            <a:extLst>
              <a:ext uri="{FF2B5EF4-FFF2-40B4-BE49-F238E27FC236}">
                <a16:creationId xmlns:a16="http://schemas.microsoft.com/office/drawing/2014/main" id="{2E2D7CD8-FFAE-A187-8857-A53777894834}"/>
              </a:ext>
            </a:extLst>
          </p:cNvPr>
          <p:cNvSpPr/>
          <p:nvPr/>
        </p:nvSpPr>
        <p:spPr>
          <a:xfrm>
            <a:off x="2359891" y="2327563"/>
            <a:ext cx="7472218" cy="3592945"/>
          </a:xfrm>
          <a:prstGeom prst="roundRect">
            <a:avLst>
              <a:gd name="adj" fmla="val 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0D11A59C-1CDF-AAFA-37C2-5B2431F3575D}"/>
              </a:ext>
            </a:extLst>
          </p:cNvPr>
          <p:cNvSpPr/>
          <p:nvPr/>
        </p:nvSpPr>
        <p:spPr>
          <a:xfrm>
            <a:off x="3024908" y="3251200"/>
            <a:ext cx="6142183" cy="228138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7" name="矩形 6">
            <a:extLst>
              <a:ext uri="{FF2B5EF4-FFF2-40B4-BE49-F238E27FC236}">
                <a16:creationId xmlns:a16="http://schemas.microsoft.com/office/drawing/2014/main" id="{7EC7814A-0550-CC48-F8B5-D79F09A03CF3}"/>
              </a:ext>
            </a:extLst>
          </p:cNvPr>
          <p:cNvSpPr/>
          <p:nvPr/>
        </p:nvSpPr>
        <p:spPr>
          <a:xfrm>
            <a:off x="3172689" y="2798618"/>
            <a:ext cx="5846619"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工具条（筛选</a:t>
            </a:r>
            <a:r>
              <a:rPr lang="en-US" altLang="zh-CN" dirty="0"/>
              <a:t>/</a:t>
            </a:r>
            <a:r>
              <a:rPr lang="zh-CN" altLang="en-US" dirty="0"/>
              <a:t>停止录入</a:t>
            </a:r>
            <a:r>
              <a:rPr lang="en-US" altLang="zh-CN" dirty="0"/>
              <a:t>/</a:t>
            </a:r>
            <a:r>
              <a:rPr lang="zh-CN" altLang="en-US" dirty="0"/>
              <a:t>开启录入</a:t>
            </a:r>
            <a:r>
              <a:rPr lang="en-US" altLang="zh-CN" dirty="0"/>
              <a:t>/</a:t>
            </a:r>
            <a:r>
              <a:rPr lang="zh-CN" altLang="en-US" dirty="0"/>
              <a:t>归档</a:t>
            </a:r>
            <a:r>
              <a:rPr lang="en-US" altLang="zh-CN" dirty="0"/>
              <a:t>/</a:t>
            </a:r>
            <a:r>
              <a:rPr lang="zh-CN" altLang="en-US" dirty="0"/>
              <a:t>删除</a:t>
            </a:r>
            <a:r>
              <a:rPr lang="en-US" altLang="zh-CN" dirty="0"/>
              <a:t>/</a:t>
            </a:r>
            <a:r>
              <a:rPr lang="zh-CN" altLang="en-US" dirty="0"/>
              <a:t>新建）</a:t>
            </a:r>
          </a:p>
        </p:txBody>
      </p:sp>
      <p:sp>
        <p:nvSpPr>
          <p:cNvPr id="8" name="矩形: 圆角 7">
            <a:extLst>
              <a:ext uri="{FF2B5EF4-FFF2-40B4-BE49-F238E27FC236}">
                <a16:creationId xmlns:a16="http://schemas.microsoft.com/office/drawing/2014/main" id="{145D6234-7D58-ED6B-7706-BA0AB3E89228}"/>
              </a:ext>
            </a:extLst>
          </p:cNvPr>
          <p:cNvSpPr/>
          <p:nvPr/>
        </p:nvSpPr>
        <p:spPr>
          <a:xfrm>
            <a:off x="3398982" y="3482109"/>
            <a:ext cx="5384800" cy="33250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项目</a:t>
            </a:r>
            <a:r>
              <a:rPr lang="en-US" altLang="zh-CN" dirty="0"/>
              <a:t>A|</a:t>
            </a:r>
            <a:r>
              <a:rPr lang="zh-CN" altLang="en-US" dirty="0"/>
              <a:t>状态（数据录入中、数据停止录入、已归档）</a:t>
            </a:r>
          </a:p>
        </p:txBody>
      </p:sp>
      <p:sp>
        <p:nvSpPr>
          <p:cNvPr id="9" name="矩形: 圆角 8">
            <a:extLst>
              <a:ext uri="{FF2B5EF4-FFF2-40B4-BE49-F238E27FC236}">
                <a16:creationId xmlns:a16="http://schemas.microsoft.com/office/drawing/2014/main" id="{EE564FC8-6DC5-7CDB-5D62-5CFD66090382}"/>
              </a:ext>
            </a:extLst>
          </p:cNvPr>
          <p:cNvSpPr/>
          <p:nvPr/>
        </p:nvSpPr>
        <p:spPr>
          <a:xfrm>
            <a:off x="3398982" y="4045527"/>
            <a:ext cx="5384800" cy="33250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项目</a:t>
            </a:r>
            <a:r>
              <a:rPr lang="en-US" altLang="zh-CN" dirty="0"/>
              <a:t>B|</a:t>
            </a:r>
            <a:r>
              <a:rPr lang="zh-CN" altLang="en-US" dirty="0"/>
              <a:t>状态（数据录入中、数据停止录入、已归档）</a:t>
            </a:r>
          </a:p>
        </p:txBody>
      </p:sp>
      <p:sp>
        <p:nvSpPr>
          <p:cNvPr id="10" name="矩形: 圆角 9">
            <a:extLst>
              <a:ext uri="{FF2B5EF4-FFF2-40B4-BE49-F238E27FC236}">
                <a16:creationId xmlns:a16="http://schemas.microsoft.com/office/drawing/2014/main" id="{FBE64D54-3572-264A-1CE2-E6A938833471}"/>
              </a:ext>
            </a:extLst>
          </p:cNvPr>
          <p:cNvSpPr/>
          <p:nvPr/>
        </p:nvSpPr>
        <p:spPr>
          <a:xfrm>
            <a:off x="3398982" y="4969164"/>
            <a:ext cx="5384800" cy="33250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项目</a:t>
            </a:r>
            <a:r>
              <a:rPr lang="en-US" altLang="zh-CN" dirty="0"/>
              <a:t>X|</a:t>
            </a:r>
            <a:r>
              <a:rPr lang="zh-CN" altLang="en-US" dirty="0"/>
              <a:t>状态（数据录入中、数据停止录入、已归档）</a:t>
            </a:r>
          </a:p>
        </p:txBody>
      </p:sp>
      <p:sp>
        <p:nvSpPr>
          <p:cNvPr id="11" name="文本框 10">
            <a:extLst>
              <a:ext uri="{FF2B5EF4-FFF2-40B4-BE49-F238E27FC236}">
                <a16:creationId xmlns:a16="http://schemas.microsoft.com/office/drawing/2014/main" id="{913FCD53-0A38-E729-12EE-CDC99CDB2248}"/>
              </a:ext>
            </a:extLst>
          </p:cNvPr>
          <p:cNvSpPr txBox="1"/>
          <p:nvPr/>
        </p:nvSpPr>
        <p:spPr>
          <a:xfrm>
            <a:off x="5855854" y="4411990"/>
            <a:ext cx="471055" cy="523220"/>
          </a:xfrm>
          <a:prstGeom prst="rect">
            <a:avLst/>
          </a:prstGeom>
          <a:noFill/>
        </p:spPr>
        <p:txBody>
          <a:bodyPr wrap="square" rtlCol="0">
            <a:spAutoFit/>
          </a:bodyPr>
          <a:lstStyle/>
          <a:p>
            <a:pPr algn="ctr"/>
            <a:r>
              <a:rPr lang="en-US" altLang="zh-CN" sz="2800" dirty="0"/>
              <a:t>…</a:t>
            </a:r>
            <a:endParaRPr lang="zh-CN" altLang="en-US" sz="2800" dirty="0"/>
          </a:p>
        </p:txBody>
      </p:sp>
    </p:spTree>
    <p:extLst>
      <p:ext uri="{BB962C8B-B14F-4D97-AF65-F5344CB8AC3E}">
        <p14:creationId xmlns:p14="http://schemas.microsoft.com/office/powerpoint/2010/main" val="900536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DA219-D829-43A9-98FB-CED41056AE0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3CA6CC7-8D8E-D482-9733-39DAFC10FB56}"/>
              </a:ext>
            </a:extLst>
          </p:cNvPr>
          <p:cNvSpPr>
            <a:spLocks noGrp="1"/>
          </p:cNvSpPr>
          <p:nvPr>
            <p:ph type="title"/>
          </p:nvPr>
        </p:nvSpPr>
        <p:spPr/>
        <p:txBody>
          <a:bodyPr/>
          <a:lstStyle/>
          <a:p>
            <a:r>
              <a:rPr lang="zh-CN" altLang="en-US" dirty="0"/>
              <a:t>用户管理页</a:t>
            </a:r>
          </a:p>
        </p:txBody>
      </p:sp>
      <p:sp>
        <p:nvSpPr>
          <p:cNvPr id="3" name="内容占位符 2">
            <a:extLst>
              <a:ext uri="{FF2B5EF4-FFF2-40B4-BE49-F238E27FC236}">
                <a16:creationId xmlns:a16="http://schemas.microsoft.com/office/drawing/2014/main" id="{5800B67B-915D-4BC0-9570-9FF858AADD86}"/>
              </a:ext>
            </a:extLst>
          </p:cNvPr>
          <p:cNvSpPr>
            <a:spLocks noGrp="1"/>
          </p:cNvSpPr>
          <p:nvPr>
            <p:ph idx="1"/>
          </p:nvPr>
        </p:nvSpPr>
        <p:spPr/>
        <p:txBody>
          <a:bodyPr/>
          <a:lstStyle/>
          <a:p>
            <a:endParaRPr lang="zh-CN" altLang="en-US"/>
          </a:p>
        </p:txBody>
      </p:sp>
      <p:sp>
        <p:nvSpPr>
          <p:cNvPr id="5" name="矩形: 圆角 4">
            <a:extLst>
              <a:ext uri="{FF2B5EF4-FFF2-40B4-BE49-F238E27FC236}">
                <a16:creationId xmlns:a16="http://schemas.microsoft.com/office/drawing/2014/main" id="{949123C1-3229-F6D9-57FC-BAEDC2F91526}"/>
              </a:ext>
            </a:extLst>
          </p:cNvPr>
          <p:cNvSpPr/>
          <p:nvPr/>
        </p:nvSpPr>
        <p:spPr>
          <a:xfrm>
            <a:off x="2359891" y="2327563"/>
            <a:ext cx="2715692" cy="3592945"/>
          </a:xfrm>
          <a:prstGeom prst="roundRect">
            <a:avLst>
              <a:gd name="adj" fmla="val 0"/>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树状目录</a:t>
            </a:r>
            <a:endParaRPr lang="en-US" altLang="zh-CN" dirty="0"/>
          </a:p>
          <a:p>
            <a:pPr algn="ctr"/>
            <a:r>
              <a:rPr lang="zh-CN" altLang="en-US" dirty="0"/>
              <a:t>（项目</a:t>
            </a:r>
            <a:r>
              <a:rPr lang="en-US" altLang="zh-CN" dirty="0"/>
              <a:t>/</a:t>
            </a:r>
            <a:r>
              <a:rPr lang="zh-CN" altLang="en-US" dirty="0"/>
              <a:t>用户类型（</a:t>
            </a:r>
            <a:r>
              <a:rPr lang="en-US" altLang="zh-CN" dirty="0"/>
              <a:t>PC or Mobile</a:t>
            </a:r>
            <a:r>
              <a:rPr lang="zh-CN" altLang="en-US" dirty="0"/>
              <a:t>）</a:t>
            </a:r>
            <a:r>
              <a:rPr lang="en-US" altLang="zh-CN" dirty="0"/>
              <a:t>/</a:t>
            </a:r>
            <a:r>
              <a:rPr lang="zh-CN" altLang="en-US" dirty="0"/>
              <a:t>用户）</a:t>
            </a:r>
          </a:p>
        </p:txBody>
      </p:sp>
      <p:sp>
        <p:nvSpPr>
          <p:cNvPr id="4" name="矩形: 圆角 3">
            <a:extLst>
              <a:ext uri="{FF2B5EF4-FFF2-40B4-BE49-F238E27FC236}">
                <a16:creationId xmlns:a16="http://schemas.microsoft.com/office/drawing/2014/main" id="{ACEC5DAC-9A9C-3DE2-0615-408FA6ECA2FE}"/>
              </a:ext>
            </a:extLst>
          </p:cNvPr>
          <p:cNvSpPr/>
          <p:nvPr/>
        </p:nvSpPr>
        <p:spPr>
          <a:xfrm>
            <a:off x="5075583" y="2327563"/>
            <a:ext cx="4756526" cy="3592945"/>
          </a:xfrm>
          <a:prstGeom prst="roundRect">
            <a:avLst>
              <a:gd name="adj" fmla="val 0"/>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用户详情</a:t>
            </a:r>
            <a:endParaRPr lang="en-US" altLang="zh-CN" dirty="0"/>
          </a:p>
          <a:p>
            <a:pPr algn="ctr"/>
            <a:r>
              <a:rPr lang="zh-CN" altLang="en-US" dirty="0"/>
              <a:t>（点击用户后显示）</a:t>
            </a:r>
          </a:p>
        </p:txBody>
      </p:sp>
    </p:spTree>
    <p:extLst>
      <p:ext uri="{BB962C8B-B14F-4D97-AF65-F5344CB8AC3E}">
        <p14:creationId xmlns:p14="http://schemas.microsoft.com/office/powerpoint/2010/main" val="127216335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492</Words>
  <Application>Microsoft Office PowerPoint</Application>
  <PresentationFormat>宽屏</PresentationFormat>
  <Paragraphs>33</Paragraphs>
  <Slides>4</Slides>
  <Notes>2</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4</vt:i4>
      </vt:variant>
    </vt:vector>
  </HeadingPairs>
  <TitlesOfParts>
    <vt:vector size="8" baseType="lpstr">
      <vt:lpstr>等线</vt:lpstr>
      <vt:lpstr>等线 Light</vt:lpstr>
      <vt:lpstr>Arial</vt:lpstr>
      <vt:lpstr>Office 主题​​</vt:lpstr>
      <vt:lpstr>热应激预警系统项目</vt:lpstr>
      <vt:lpstr>登录页</vt:lpstr>
      <vt:lpstr>项目管理页</vt:lpstr>
      <vt:lpstr>用户管理页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hs gu</dc:creator>
  <cp:lastModifiedBy>hs gu</cp:lastModifiedBy>
  <cp:revision>1</cp:revision>
  <dcterms:created xsi:type="dcterms:W3CDTF">2026-06-17T02:20:22Z</dcterms:created>
  <dcterms:modified xsi:type="dcterms:W3CDTF">2026-06-17T08:15:41Z</dcterms:modified>
</cp:coreProperties>
</file>